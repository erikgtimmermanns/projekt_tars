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232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All claims, numbers, names, and events in this presentation are fictional and created for visual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8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7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576072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FF3CAC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40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SONDERAUSGABE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1704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kern="0" spc="200" dirty="0">
                <a:solidFill>
                  <a:srgbClr val="F7FAFF"/>
                </a:solidFill>
              </a:rPr>
              <a:t>FIRMA</a:t>
            </a:r>
            <a:endParaRPr lang="en-US" sz="5500" dirty="0"/>
          </a:p>
        </p:txBody>
      </p:sp>
      <p:sp>
        <p:nvSpPr>
          <p:cNvPr id="9" name="Text 6"/>
          <p:cNvSpPr/>
          <p:nvPr/>
        </p:nvSpPr>
        <p:spPr>
          <a:xfrm>
            <a:off x="585216" y="190195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1D4FD"/>
                </a:solidFill>
              </a:rPr>
              <a:t>ORBITAL UPDATE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603504" y="2798064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7FAFF"/>
                </a:solidFill>
              </a:rPr>
              <a:t>Q∞ 2026  •  Wachstum jenseits der Atmosphäre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03504" y="3310128"/>
            <a:ext cx="4389120" cy="1"/>
          </a:xfrm>
          <a:prstGeom prst="line">
            <a:avLst/>
          </a:prstGeom>
          <a:noFill/>
          <a:ln w="38100">
            <a:solidFill>
              <a:srgbClr val="FF3C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03504" y="34930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57"/>
                </a:solidFill>
              </a:rPr>
              <a:t>100 % fiktiv. 200 % strategisch.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7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612648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64FF91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76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BREAKING NEWS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F"/>
                </a:solidFill>
              </a:rPr>
              <a:t>Die Aktie hat die Schwerkraft gekündigt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6C8"/>
                </a:solidFill>
              </a:rPr>
              <a:t>Nach einem starken Montag folgt jetzt ein noch stärkerer Weltraum-Montag.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318211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4FF91"/>
                </a:solidFill>
              </a:rPr>
              <a:t>+4.200 %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21792" y="4023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AFF"/>
                </a:solidFill>
              </a:rPr>
              <a:t>Kursbewegung laut interner Glaskugel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 rot="20400000">
            <a:off x="6858000" y="4297680"/>
            <a:ext cx="4206240" cy="1143000"/>
          </a:xfrm>
          <a:prstGeom prst="chevron">
            <a:avLst/>
          </a:prstGeom>
          <a:solidFill>
            <a:srgbClr val="64FF91">
              <a:alpha val="95000"/>
            </a:srgbClr>
          </a:solidFill>
          <a:ln w="12700">
            <a:solidFill>
              <a:srgbClr val="F7FA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1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612648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21D4FD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76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MARKTUPDATE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F"/>
                </a:solidFill>
              </a:rPr>
              <a:t>Börseneröffnung jetzt im Erdorbit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6C8"/>
                </a:solidFill>
              </a:rPr>
              <a:t>Weil Frankfurt um 9:00 Uhr einfach zu bodenständig war.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251960"/>
            <a:ext cx="1737360" cy="1051560"/>
          </a:xfrm>
          <a:prstGeom prst="roundRect">
            <a:avLst/>
          </a:prstGeom>
          <a:solidFill>
            <a:srgbClr val="0B1E31">
              <a:alpha val="92000"/>
            </a:srgbClr>
          </a:solidFill>
          <a:ln w="15240">
            <a:solidFill>
              <a:srgbClr val="64FF91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77240" y="4416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B6C8"/>
                </a:solidFill>
              </a:rPr>
              <a:t>BULLEN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7FAFF"/>
                </a:solidFill>
              </a:rPr>
              <a:t>18 km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2697480" y="4251960"/>
            <a:ext cx="1737360" cy="1051560"/>
          </a:xfrm>
          <a:prstGeom prst="roundRect">
            <a:avLst/>
          </a:prstGeom>
          <a:solidFill>
            <a:srgbClr val="0B1E31">
              <a:alpha val="92000"/>
            </a:srgbClr>
          </a:solidFill>
          <a:ln w="15240">
            <a:solidFill>
              <a:srgbClr val="21D4FD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2834640" y="4416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B6C8"/>
                </a:solidFill>
              </a:rPr>
              <a:t>DATEN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8346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7FAFF"/>
                </a:solidFill>
              </a:rPr>
              <a:t>∞ TB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4754880" y="4251960"/>
            <a:ext cx="1737360" cy="1051560"/>
          </a:xfrm>
          <a:prstGeom prst="roundRect">
            <a:avLst/>
          </a:prstGeom>
          <a:solidFill>
            <a:srgbClr val="0B1E31">
              <a:alpha val="92000"/>
            </a:srgbClr>
          </a:solidFill>
          <a:ln w="15240">
            <a:solidFill>
              <a:srgbClr val="21D4FD"/>
            </a:solidFill>
            <a:prstDash val="solid"/>
          </a:ln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4892040" y="4416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B6C8"/>
                </a:solidFill>
              </a:rPr>
              <a:t>KAFFEE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4709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7FAFF"/>
                </a:solidFill>
              </a:rPr>
              <a:t>0 G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2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612648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FFC857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76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PRODUKTLAUNCH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F"/>
                </a:solidFill>
              </a:rPr>
              <a:t>CoffeeSat™ ist live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6C8"/>
                </a:solidFill>
              </a:rPr>
              <a:t>Der erste geostationäre Espresso-Service mit garantiertem Wiedereintritt.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" y="3886200"/>
            <a:ext cx="4297680" cy="1417320"/>
          </a:xfrm>
          <a:prstGeom prst="roundRect">
            <a:avLst/>
          </a:prstGeom>
          <a:solidFill>
            <a:srgbClr val="07111F">
              <a:alpha val="88000"/>
            </a:srgbClr>
          </a:solidFill>
          <a:ln w="19050">
            <a:solidFill>
              <a:srgbClr val="FFC8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822960" y="4114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57"/>
                </a:solidFill>
              </a:rPr>
              <a:t>MISSION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445312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7FAFF"/>
                </a:solidFill>
              </a:rPr>
              <a:t>Kaffee liefern, bevor das Meeting überhaupt beginnt.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3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5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612648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64FF91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76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SMART INFRASTRUCTURE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F"/>
                </a:solidFill>
              </a:rPr>
              <a:t>Rechenzentrum erreicht Photosynthese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6C8"/>
                </a:solidFill>
              </a:rPr>
              <a:t>Neue Serverfarm verarbeitet Daten, Sonnenlicht und gelegentlich Monstera-Blätter.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4FF91"/>
                </a:solidFill>
              </a:rPr>
              <a:t>PUE: 0,03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880360" y="4160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D4FD"/>
                </a:solidFill>
              </a:rPr>
              <a:t>Pflanzen pro Rack: 12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8368" y="4809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AFF"/>
                </a:solidFill>
              </a:rPr>
              <a:t>Technischer Status: überraschend feucht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4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6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612648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FF3CAC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76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LOGISTIK 9.0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F"/>
                </a:solidFill>
              </a:rPr>
              <a:t>Briefcase Air hebt ab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6C8"/>
                </a:solidFill>
              </a:rPr>
              <a:t>Geschäftsgeheimnisse kommen jetzt per Drohne, mit Premium-Turbulenz.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4663440" cy="1051560"/>
          </a:xfrm>
          <a:prstGeom prst="roundRect">
            <a:avLst/>
          </a:prstGeom>
          <a:solidFill>
            <a:srgbClr val="07111F">
              <a:alpha val="92000"/>
            </a:srgbClr>
          </a:solidFill>
          <a:ln w="17780">
            <a:solidFill>
              <a:srgbClr val="FF3C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914400" y="442569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3CAC"/>
                </a:solidFill>
              </a:rPr>
              <a:t>98,7 %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2331720" y="4489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AFF"/>
                </a:solidFill>
              </a:rPr>
              <a:t>der Koffer erreichen irgendein Büro.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5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612648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21D4FD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76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LEADERSHIP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F"/>
                </a:solidFill>
              </a:rPr>
              <a:t>Vorstand eröffnet Lunar Office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6C8"/>
                </a:solidFill>
              </a:rPr>
              <a:t>Strategische Nähe zu Zukunftsmärkten. Operative Entfernung zur Kaffeemaschine.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40965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7FAFF"/>
                </a:solidFill>
              </a:rPr>
              <a:t>MOON HQ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76656" y="46085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6C8"/>
                </a:solidFill>
              </a:rPr>
              <a:t>Standortvorteil: praktisch keine Gewerbesteuer geprüft.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ork_fake_news/assets/generated_image_AA8E12308175_08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411480" y="228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1D4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FIRMA / NEWSROOM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47120" y="2286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9B6C8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66928" y="612648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64FF91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676656" y="676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7111F"/>
                </a:solidFill>
              </a:rPr>
              <a:t>AUSBLICK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9144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7FAFF"/>
                </a:solidFill>
              </a:rPr>
              <a:t>Nächster Halt: überall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76072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B6C8"/>
                </a:solidFill>
              </a:rPr>
              <a:t>Firma plant Expansion in Märkte, die noch nicht erfunden wurden.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85800" y="4160520"/>
            <a:ext cx="2423160" cy="1143000"/>
          </a:xfrm>
          <a:prstGeom prst="roundRect">
            <a:avLst/>
          </a:prstGeom>
          <a:solidFill>
            <a:srgbClr val="07111F">
              <a:alpha val="95000"/>
            </a:srgbClr>
          </a:solidFill>
          <a:ln w="17780">
            <a:solidFill>
              <a:srgbClr val="21D4F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850392" y="4343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D4FD"/>
                </a:solidFill>
              </a:rPr>
              <a:t>2027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0392" y="46725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F"/>
                </a:solidFill>
              </a:rPr>
              <a:t>Mars-Pilotbüro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20440" y="4160520"/>
            <a:ext cx="2423160" cy="1143000"/>
          </a:xfrm>
          <a:prstGeom prst="roundRect">
            <a:avLst/>
          </a:prstGeom>
          <a:solidFill>
            <a:srgbClr val="07111F">
              <a:alpha val="95000"/>
            </a:srgbClr>
          </a:solidFill>
          <a:ln w="17780">
            <a:solidFill>
              <a:srgbClr val="FF3C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685032" y="4343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3CAC"/>
                </a:solidFill>
              </a:rPr>
              <a:t>2028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685032" y="46725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F"/>
                </a:solidFill>
              </a:rPr>
              <a:t>IPO auf Saturn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4160520"/>
            <a:ext cx="2423160" cy="1143000"/>
          </a:xfrm>
          <a:prstGeom prst="roundRect">
            <a:avLst/>
          </a:prstGeom>
          <a:solidFill>
            <a:srgbClr val="07111F">
              <a:alpha val="95000"/>
            </a:srgbClr>
          </a:solidFill>
          <a:ln w="17780">
            <a:solidFill>
              <a:srgbClr val="64FF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6519672" y="4343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4FF91"/>
                </a:solidFill>
              </a:rPr>
              <a:t>2029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519672" y="46725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FAFF"/>
                </a:solidFill>
              </a:rPr>
              <a:t>Fusion mit dem Dienstag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5897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FFC857"/>
                </a:solidFill>
              </a:rPr>
              <a:t>ENDE // TO THE MOON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Breitbild</PresentationFormat>
  <Paragraphs>82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Firma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FIRMA // ORBITAL UPDATE</dc:title>
  <dc:subject>Fiktive Unternehmensnews</dc:subject>
  <dc:creator>Garcia Timmermanns, Erik Alexander</dc:creator>
  <cp:lastModifiedBy>Garcia Timmermanns, Erik Alexander</cp:lastModifiedBy>
  <cp:revision>1</cp:revision>
  <dcterms:created xsi:type="dcterms:W3CDTF">2026-10-13T07:20:51Z</dcterms:created>
  <dcterms:modified xsi:type="dcterms:W3CDTF">2026-10-13T07:22:52Z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10e4fd-1ff5-4324-97e9-6e0860215bae_Enabled">
    <vt:lpwstr>true</vt:lpwstr>
  </property>
  <property fmtid="{D5CDD505-2E9C-101B-9397-08002B2CF9AE}" pid="3" name="MSIP_Label_d210e4fd-1ff5-4324-97e9-6e0860215bae_SetDate">
    <vt:lpwstr>2026-10-13T07:20:52Z</vt:lpwstr>
  </property>
  <property fmtid="{D5CDD505-2E9C-101B-9397-08002B2CF9AE}" pid="4" name="MSIP_Label_d210e4fd-1ff5-4324-97e9-6e0860215bae_Method">
    <vt:lpwstr>Privileged</vt:lpwstr>
  </property>
  <property fmtid="{D5CDD505-2E9C-101B-9397-08002B2CF9AE}" pid="5" name="MSIP_Label_d210e4fd-1ff5-4324-97e9-6e0860215bae_Name">
    <vt:lpwstr>d210e4fd-1ff5-4324-97e9-6e0860215bae</vt:lpwstr>
  </property>
  <property fmtid="{D5CDD505-2E9C-101B-9397-08002B2CF9AE}" pid="6" name="MSIP_Label_d210e4fd-1ff5-4324-97e9-6e0860215bae_SiteId">
    <vt:lpwstr>8e656664-5f36-4a5b-954c-c5405fd29206</vt:lpwstr>
  </property>
  <property fmtid="{D5CDD505-2E9C-101B-9397-08002B2CF9AE}" pid="7" name="MSIP_Label_d210e4fd-1ff5-4324-97e9-6e0860215bae_ActionId">
    <vt:lpwstr>f6bf282d-362b-4808-8fb5-dbb936871706</vt:lpwstr>
  </property>
  <property fmtid="{D5CDD505-2E9C-101B-9397-08002B2CF9AE}" pid="8" name="MSIP_Label_d210e4fd-1ff5-4324-97e9-6e0860215bae_ContentBits">
    <vt:lpwstr>0</vt:lpwstr>
  </property>
</Properties>
</file>